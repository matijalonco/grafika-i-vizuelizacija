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70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Naslovna slajda. Ovo je prezentacija Kakuro igrice – japanske ukrstenice s brojevima. Igrač popunjava bijela polja ciframa 1-9 poštujući zbrojeve.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Kakuro je logička igra slična ukrstenici, ali umjesto slova koristi brojeve. Polje se popunjava ciframa 1-9 bez ponavljanja u istom nizu.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Glavni meni ima 3 opcije: Igraj, Podešavanja zvuka i Kako igrati. Dizajn je inspirisan japanskom estetikom – crvena, krem i zlatna boja.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Ekran 'Kako igrati' sadrži sve što igrač treba znati: cilj igre, pravila, kontrole, sistem hintova i bodovanje. Dugme 'Nazad' vraća na meni.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Igrač bira između 1 igrača (solo iskustvo s bodovima) ili 2 igrača (head-to-head na istoj slagalici). Dugme Nazad vraća na meni.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Svaki nivo ima 4 unaprijed dizajnirane i matematički provjerene slagalice koje se biraju nasumično svaki put. 2-player mod ima istu selekciju nivoa.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Ekran igre prikazuje: tajmer, broj hintova, bodove, kakuro grid s klue ćelijama, numpad za unos i akcijska dugmad Hint/Rješenje.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sistem pomaže igraču da jasno vidi na koji red i kolonu se odnosi odabrana ćelija, i koji zbrojevi moraju biti ispunjeni.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 i Rješenje su pomoćne opcije. Hint je strateški potez koji nosi cijenu, dok Rješenje odmah završava igru. Igrač mora sam procijeniti kada ih koristiti.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Sistem bodovanja je jednostavan ali motivirajući: 3 nivoa zvjezdica prema vremenu, minus poeni za hintove. Maksimalan skor je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 2 igrača je jednostavan i fer: oba igrača rješavaju identičnu slagalicu, svaki sa svojim tajmerom. Na ekranu rezultata se vidi ko je brži.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Nakon svake slagalice igrač vidi rezultat i dobija jedan od 30 nasumičnih fun fakta o Japanu. Poslednji fun fact je vezan za samu igru Kakuro!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Ekran podešavanja zvuka nudi 3 kontrole: toggle za efekte, toggle za muziku i slider za jačinu. Pristupa se iz glavnog menija.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Aplikacija je napravljena kao čisti HTML/CSS/JS bez eksternih zavisnosti. 12 slagalica je matematički verificirano Python skriptom. Radi u svakom modernom browseru.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Zaključni slajd sumira sve funkcionalnosti aplikacije. Kakuro je potpuna igra s menije, modovima, bodovanjem i edukativnim elementima.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CC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カクロ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KAKURO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Japanska digitalna ukrstenica s brojevima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0" y="3337560"/>
            <a:ext cx="457200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3657600"/>
            <a:ext cx="2194560" cy="530352"/>
          </a:xfrm>
          <a:prstGeom prst="roundRect">
            <a:avLst>
              <a:gd name="adj" fmla="val 20690"/>
            </a:avLst>
          </a:prstGeom>
          <a:solidFill>
            <a:srgbClr val="8B0000"/>
          </a:solidFill>
          <a:ln w="12700">
            <a:solidFill>
              <a:srgbClr val="CC1E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6576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1 &amp; 2 Igrača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3657600"/>
            <a:ext cx="2194560" cy="530352"/>
          </a:xfrm>
          <a:prstGeom prst="roundRect">
            <a:avLst>
              <a:gd name="adj" fmla="val 20690"/>
            </a:avLst>
          </a:prstGeom>
          <a:solidFill>
            <a:srgbClr val="8B0000"/>
          </a:solidFill>
          <a:ln w="12700">
            <a:solidFill>
              <a:srgbClr val="CC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36576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Sistem poena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3657600"/>
            <a:ext cx="2194560" cy="530352"/>
          </a:xfrm>
          <a:prstGeom prst="roundRect">
            <a:avLst>
              <a:gd name="adj" fmla="val 20690"/>
            </a:avLst>
          </a:prstGeom>
          <a:solidFill>
            <a:srgbClr val="8B0000"/>
          </a:solidFill>
          <a:ln w="12700">
            <a:solidFill>
              <a:srgbClr val="CC1E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36576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🗾  Japan fun fakti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Prezentacija funkcionalnosti aplikacije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カクロ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je Kakuro?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5669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Osnove japanske brojevne ukrstenice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0C8B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88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Cilj igre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9047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Popuni sve bijele ćelije brojevima od 1 do 9 tako da zbir svakog horizontalnog i vertikalnog niza odgovara zadanom broju (klue).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029968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0C8B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0756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📐  Pravilo bez ponavljanja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broj u jednom nizu mora biti RAZLIČIT — nema ponavljanja istog broja u istom redu ili koloni.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916936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0C8B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9626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⬛  Crne ćelije – klue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26440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Crne ćelije s dijagonalnom linijom pokazuju zbrojeve. Gore-desno = zbir prema desno. Dolje-lijevo = zbir prema dolje.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803904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0C8B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8496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🗾  Porijeklo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15137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Kakuro je nastao u Japanu. Popularizovao ga je izdavač Nikoli, isti koji je popularizovao Sudoku.</a:t>
            </a:r>
            <a:endParaRPr lang="en-US" sz="1050" dirty="0"/>
          </a:p>
        </p:txBody>
      </p:sp>
      <p:pic>
        <p:nvPicPr>
          <p:cNvPr id="18" name="Image 0" descr="/tmp/kakuro_ref/KAKURO/Screenshot 2026-06-25 23483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0" y="1097280"/>
            <a:ext cx="32004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カクロ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Glavni meni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5669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Prva stvar koju igrač vidi pri pokretanju aplikacije</a:t>
            </a:r>
            <a:endParaRPr lang="en-US" sz="1200" dirty="0"/>
          </a:p>
        </p:txBody>
      </p:sp>
      <p:pic>
        <p:nvPicPr>
          <p:cNvPr id="6" name="Image 0" descr="/tmp/kakuro_ref/KAKURO/Screenshot 2026-06-25 23491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97280"/>
            <a:ext cx="384048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26280" y="1097280"/>
            <a:ext cx="43434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CCB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663440" y="1143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🎮  Igraj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63440" y="14173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Pokreće selekciju moda igre — 1 ili 2 igrača.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26280" y="1856232"/>
            <a:ext cx="43434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CCB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63440" y="19019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🔊  Podešavanja zvuka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217627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Uključi/isključi zvučne efekte i muziku. Klizač za jačinu zvuka.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26280" y="2615184"/>
            <a:ext cx="43434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CCB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63440" y="26609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📖  Kako igrati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63440" y="293522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Detaljna uputstva za pravila, kontrole i sistem bodovanja.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26280" y="3374136"/>
            <a:ext cx="43434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CCB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663440" y="3419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↩  Dugme Nazad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63440" y="369417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prozor ima dugme Nazad koje vraća na prethodni ekran.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26280" y="4133088"/>
            <a:ext cx="43434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CCB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663440" y="41788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🇯🇵  3D efekt dugmadi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663440" y="44531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 dugmad se fizički udubljuju na klik — realistični 3D efekt.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カクロ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Ekran: Kako igrati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5669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Kompletna uputstva dostupna iz glavnog menija</a:t>
            </a:r>
            <a:endParaRPr lang="en-US" sz="1200" dirty="0"/>
          </a:p>
        </p:txBody>
      </p:sp>
      <p:pic>
        <p:nvPicPr>
          <p:cNvPr id="6" name="Image 0" descr="/tmp/kakuro_ref/KAKURO/Screenshot 2026-06-25 23483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2743200" cy="3474720"/>
          </a:xfrm>
          <a:prstGeom prst="rect">
            <a:avLst/>
          </a:prstGeom>
        </p:spPr>
      </p:pic>
      <p:pic>
        <p:nvPicPr>
          <p:cNvPr id="7" name="Image 1" descr="/tmp/kakuro_ref/KAKURO/Screenshot 2026-06-25 23494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0" y="1097280"/>
            <a:ext cx="2743200" cy="3474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26480" y="1097280"/>
            <a:ext cx="2743200" cy="3840480"/>
          </a:xfrm>
          <a:prstGeom prst="roundRect">
            <a:avLst>
              <a:gd name="adj" fmla="val 3333"/>
            </a:avLst>
          </a:prstGeom>
          <a:solidFill>
            <a:srgbClr val="FFF8F0"/>
          </a:solidFill>
          <a:ln w="12700">
            <a:solidFill>
              <a:srgbClr val="E0C8A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263640" y="1188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Ključne tačke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263640" y="1600200"/>
            <a:ext cx="2514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Cilj: popuniti sva bijela polja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 cifre 1–9, bez ponavljanja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Zbir niza = zadani klue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košta 1 poen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Rješenje otkriva cijelu slagalicu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≤30s → 3⭐ | ≤90s → 2⭐ | ostalo → 1⭐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igrača → ista slagalica, boljim se mjere vremena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カクロ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Odabir moda igre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5669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igrač ili 2 igrača — različita iskustva</a:t>
            </a:r>
            <a:endParaRPr lang="en-US" sz="1200" dirty="0"/>
          </a:p>
        </p:txBody>
      </p:sp>
      <p:pic>
        <p:nvPicPr>
          <p:cNvPr id="6" name="Image 0" descr="/tmp/kakuro_ref/KAKURO/Screenshot 2026-06-25 23500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347472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0" y="1143000"/>
            <a:ext cx="4754880" cy="1737360"/>
          </a:xfrm>
          <a:prstGeom prst="roundRect">
            <a:avLst>
              <a:gd name="adj" fmla="val 5263"/>
            </a:avLst>
          </a:prstGeom>
          <a:solidFill>
            <a:srgbClr val="FFF0F0"/>
          </a:solidFill>
          <a:ln w="12700">
            <a:solidFill>
              <a:srgbClr val="CC1E1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297680" y="1234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🎮  MOD: 1 Igrač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297680" y="1664208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Rješava </a:t>
            </a:r>
            <a:r>
              <a:rPr lang="en-US" sz="1100" dirty="0" err="1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slagalicu</a:t>
            </a:r>
            <a:r>
              <a:rPr lang="en-US" sz="11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Tajmer mjeri </a:t>
            </a:r>
            <a:r>
              <a:rPr lang="en-US" sz="1100" dirty="0" err="1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ukupno</a:t>
            </a:r>
            <a:r>
              <a:rPr lang="en-US" sz="11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vrijeme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≤30s = 3⭐,  ≤90s = 2⭐,  ostalo = 1⭐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Biraju se 3 </a:t>
            </a:r>
            <a:r>
              <a:rPr lang="en-US" sz="1100" dirty="0" err="1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nivoa</a:t>
            </a:r>
            <a:r>
              <a:rPr lang="en-US" sz="11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težine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Hintovi oduzimaju bod svaki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0" y="3017520"/>
            <a:ext cx="4754880" cy="1828800"/>
          </a:xfrm>
          <a:prstGeom prst="roundRect">
            <a:avLst>
              <a:gd name="adj" fmla="val 5000"/>
            </a:avLst>
          </a:prstGeom>
          <a:solidFill>
            <a:srgbClr val="F0F0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297680" y="3108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👥  MOD: 2 Igrača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297680" y="352044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Igrač 1 rješava slagalicu — tajmer mjeri vrijeme.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 završi, Igrač 2 dobija ISTU slagalicu.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kraju se uspoređuju vremena.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 je završio brže — pobijedio je! 🏆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カクロ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Odabir nivoa težine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5669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nivoa za sve uzraste i iskustvo</a:t>
            </a:r>
            <a:endParaRPr lang="en-US" sz="1200" dirty="0"/>
          </a:p>
        </p:txBody>
      </p:sp>
      <p:pic>
        <p:nvPicPr>
          <p:cNvPr id="6" name="Image 0" descr="/tmp/kakuro_ref/KAKURO/Screenshot 2026-06-25 23501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3200400" cy="3474720"/>
          </a:xfrm>
          <a:prstGeom prst="rect">
            <a:avLst/>
          </a:prstGeom>
        </p:spPr>
      </p:pic>
      <p:pic>
        <p:nvPicPr>
          <p:cNvPr id="7" name="Image 1" descr="/tmp/kakuro_ref/KAKURO/Screenshot 2026-06-25 23521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74720" y="1097280"/>
            <a:ext cx="2743200" cy="3474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0" y="118872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492240" y="12618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🌸  Laki  (5×5 – 6×6 grid)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92240" y="1600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Manji grid, 2–3 ćelije po nizu. Savršen za početnike i učenje pravila.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400800" y="237744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7C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92240" y="24505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🌿  Srednji  (7×7 grid)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92240" y="27889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Veći grid, duži nizovi, zahtjeva strategiju. Za iskusne igrače.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400800" y="356616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C1E1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492240" y="3639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🏯  Teški  (8×8 grid)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92240" y="3977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Kompleksna slagalica s dugim nizovima. Testira granice čak i eksperata.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400800" y="4617720"/>
            <a:ext cx="2514600" cy="411480"/>
          </a:xfrm>
          <a:prstGeom prst="roundRect">
            <a:avLst>
              <a:gd name="adj" fmla="val 22222"/>
            </a:avLst>
          </a:prstGeom>
          <a:solidFill>
            <a:srgbClr val="FFF8E0"/>
          </a:solidFill>
          <a:ln w="12700">
            <a:solidFill>
              <a:srgbClr val="C9A22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49224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Svaki put random slagalica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カクロ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Ekran igre – 1 Igrač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5669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 komponente tokom igranja</a:t>
            </a:r>
            <a:endParaRPr lang="en-US" sz="1200" dirty="0"/>
          </a:p>
        </p:txBody>
      </p:sp>
      <p:pic>
        <p:nvPicPr>
          <p:cNvPr id="6" name="Image 0" descr="/tmp/kakuro_ref/KAKURO/Screenshot 2026-06-25 23512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51560"/>
            <a:ext cx="4114800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0" y="1143000"/>
            <a:ext cx="42976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CC1E1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09160" y="11978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 Tajmer (gore desno)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09160" y="14904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Mjeri ukupno vrijema u formatu MM:SS. Staje automatski kad se slagalica završi.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0" y="2011680"/>
            <a:ext cx="42976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07C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09160" y="20665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 Hintovi (gore lijevo)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09160" y="2359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Broj iskorištenih hintova. Svaki hint otkriva jednu ćeliju ali oduzima 1 poen.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0" y="2880360"/>
            <a:ext cx="42976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09160" y="29352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⭐  Zbirnik poena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09160" y="3227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Prikazuje trenutni skor. Maks. 3 boda, minus poeni za hintove.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0" y="3749040"/>
            <a:ext cx="42976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709160" y="38039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🔢  Numpad + akcije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709160" y="4096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 ćeliju → unesi broj s numpada. Dugmad Hint i Rješenje na dnu.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カクロ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 sistem – navigacija po mreži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5669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na ćeliju ističe cijeli red i kolonu</a:t>
            </a:r>
            <a:endParaRPr lang="en-US" sz="1200" dirty="0"/>
          </a:p>
        </p:txBody>
      </p:sp>
      <p:pic>
        <p:nvPicPr>
          <p:cNvPr id="6" name="Image 0" descr="/tmp/kakuro_ref/KAKURO/Screenshot 2026-06-25 23512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393192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80560" y="1097280"/>
            <a:ext cx="4434840" cy="3200400"/>
          </a:xfrm>
          <a:prstGeom prst="roundRect">
            <a:avLst>
              <a:gd name="adj" fmla="val 2857"/>
            </a:avLst>
          </a:prstGeom>
          <a:solidFill>
            <a:srgbClr val="FFF8F0"/>
          </a:solidFill>
          <a:ln w="12700">
            <a:solidFill>
              <a:srgbClr val="E0B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617720" y="11887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🔦  Kako funkcioniše highlight?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617720" y="1600200"/>
            <a:ext cx="4160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Klikni bilo koje bijelo (prazno) polje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Odabrana ćelija se ističe narandžasto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Sve ćelije u istom horizontalnom nizu postaju žute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Sve ćelije u istom vertikalnom nizu postaju žute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Igrač jasno vidi koji zbroj mora ispuniti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Klikni drugu ćeliju — highlight se premješta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80560" y="4434840"/>
            <a:ext cx="4434840" cy="594360"/>
          </a:xfrm>
          <a:prstGeom prst="roundRect">
            <a:avLst>
              <a:gd name="adj" fmla="val 15385"/>
            </a:avLst>
          </a:prstGeom>
          <a:solidFill>
            <a:srgbClr val="FFFDE7"/>
          </a:solidFill>
          <a:ln w="12700">
            <a:solidFill>
              <a:srgbClr val="C9A22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0" y="44805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Odabrana ćelija</a:t>
            </a: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r>
              <a:rPr lang="en-US" sz="10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Isti niz (highlight)</a:t>
            </a: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Tačno uneseno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カクロ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Hint i Rješenje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5669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Pomoćne opcije tokom igre — pažljivo ih koristiti!</a:t>
            </a:r>
            <a:endParaRPr lang="en-US" sz="1200" dirty="0"/>
          </a:p>
        </p:txBody>
      </p:sp>
      <p:pic>
        <p:nvPicPr>
          <p:cNvPr id="6" name="Image 0" descr="/tmp/kakuro_ref/KAKURO/Screenshot 2026-06-25 23531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365760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97680" y="1143000"/>
            <a:ext cx="4572000" cy="1828800"/>
          </a:xfrm>
          <a:prstGeom prst="roundRect">
            <a:avLst>
              <a:gd name="adj" fmla="val 5000"/>
            </a:avLst>
          </a:prstGeom>
          <a:solidFill>
            <a:srgbClr val="FFFDE7"/>
          </a:solidFill>
          <a:ln w="12700">
            <a:solidFill>
              <a:srgbClr val="C9A22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434840" y="12344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5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 HINT – Otkriva jednu ćeliju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434840" y="164592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Odaberi bijelo polje koje želiš otkriti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 dugme Hint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Polje se automatski popunjava tačnim brojem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Broj hintova se povećava za 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Svaki hint oduzima 1 poen od finalnog rezultata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Strateški ih koristiti samo kada si zaglavio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3063240"/>
            <a:ext cx="4572000" cy="1691640"/>
          </a:xfrm>
          <a:prstGeom prst="roundRect">
            <a:avLst>
              <a:gd name="adj" fmla="val 5405"/>
            </a:avLst>
          </a:prstGeom>
          <a:solidFill>
            <a:srgbClr val="F5F5F5"/>
          </a:solidFill>
          <a:ln w="12700">
            <a:solidFill>
              <a:srgbClr val="75757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34840" y="31546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4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👁  RJEŠENJE – Otkriva sve odjednom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434840" y="3547872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 dugme Rješenje (traži potvrdu)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 ćelije se popunjavaju tačnim brojevima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Tajmer staje — igra se smatra završenom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Korisno za učenje i provjeru logike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preporučuje se ako želiš maksimalne bodove!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カクロ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bodovanja &amp; poena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5669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se računaju zvjezdice i konačni rezultat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2A1208"/>
          </a:solidFill>
          <a:ln w="25400">
            <a:solidFill>
              <a:srgbClr val="C9A22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88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⭐⭐⭐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30 sekundi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boda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Bljeskovito rješavanje — savršen rezultat!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2A1208"/>
          </a:solidFill>
          <a:ln w="25400">
            <a:solidFill>
              <a:srgbClr val="E07C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188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⭐⭐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00400" y="1783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7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90 sekundi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boda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91840" y="26060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Brzo i pametno — odličan rezultat.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2A1208"/>
          </a:solidFill>
          <a:ln w="25400">
            <a:solidFill>
              <a:srgbClr val="8888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188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26480" y="1783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90 sekundi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2648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bod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17920" y="26060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Riješio si — ali uzmi malo više vremena sljedeći put.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520440"/>
            <a:ext cx="8595360" cy="640080"/>
          </a:xfrm>
          <a:prstGeom prst="roundRect">
            <a:avLst>
              <a:gd name="adj" fmla="val 14286"/>
            </a:avLst>
          </a:prstGeom>
          <a:solidFill>
            <a:srgbClr val="3D0A0A"/>
          </a:solidFill>
          <a:ln w="12700">
            <a:solidFill>
              <a:srgbClr val="CC1E1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584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 Odbitak za hintove: svaki iskorišteni hint = −1 bod od finalnog rezultata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828800" y="4297680"/>
            <a:ext cx="5486400" cy="640080"/>
          </a:xfrm>
          <a:prstGeom prst="roundRect">
            <a:avLst>
              <a:gd name="adj" fmla="val 14286"/>
            </a:avLst>
          </a:prstGeom>
          <a:solidFill>
            <a:srgbClr val="2A120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431596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FINALNI SKOR  =  Zvjezdice  −  Broj hintova  (minimum 0)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カクロ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 2 igrača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5669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na istoj slagalici!</a:t>
            </a:r>
            <a:endParaRPr lang="en-US" sz="1200" dirty="0"/>
          </a:p>
        </p:txBody>
      </p:sp>
      <p:pic>
        <p:nvPicPr>
          <p:cNvPr id="6" name="Image 0" descr="/tmp/kakuro_ref/KAKURO/Screenshot 2026-06-25 23531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97280"/>
            <a:ext cx="3017520" cy="3474720"/>
          </a:xfrm>
          <a:prstGeom prst="rect">
            <a:avLst/>
          </a:prstGeom>
        </p:spPr>
      </p:pic>
      <p:pic>
        <p:nvPicPr>
          <p:cNvPr id="7" name="Image 1" descr="/tmp/kakuro_ref/KAKURO/Screenshot 2026-06-25 23533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83280" y="1097280"/>
            <a:ext cx="2560320" cy="3474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17920" y="109728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FFFAF5"/>
          </a:solidFill>
          <a:ln w="12700">
            <a:solidFill>
              <a:srgbClr val="E0C8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355080" y="11887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🏆  Tok igre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355080" y="1627632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55080" y="1627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720840" y="16276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Igrač 1 odabire nivo i počinje igru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355080" y="2157984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5508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720840" y="215798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Tajmer mjeri i prikazuje vrijeme Igrača 1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355080" y="2688336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55080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720840" y="268833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Igrač 1 završava → tajmer se zaustavlja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355080" y="3218688"/>
            <a:ext cx="292608" cy="292608"/>
          </a:xfrm>
          <a:prstGeom prst="ellipse">
            <a:avLst/>
          </a:prstGeom>
          <a:solidFill>
            <a:srgbClr val="CC1E1E"/>
          </a:solidFill>
          <a:ln w="12700">
            <a:solidFill>
              <a:srgbClr val="CC1E1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35508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720840" y="32186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Igrač 2 preuzima ISTU slagalicu od nule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355080" y="3749040"/>
            <a:ext cx="292608" cy="292608"/>
          </a:xfrm>
          <a:prstGeom prst="ellipse">
            <a:avLst/>
          </a:prstGeom>
          <a:solidFill>
            <a:srgbClr val="CC1E1E"/>
          </a:solidFill>
          <a:ln w="12700">
            <a:solidFill>
              <a:srgbClr val="CC1E1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35508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720840" y="37490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Igrač 2 rješava pod novim tajmerom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355080" y="4279392"/>
            <a:ext cx="292608" cy="29260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355080" y="4279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720840" y="427939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Rezultatski ekran: ko je bio brži — pobijedio!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カクロ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Rezultatski ekran &amp; Japan fun fakti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5669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Kraj slagalice — poeni, pobjednik i zanimljivosti</a:t>
            </a:r>
            <a:endParaRPr lang="en-US" sz="1200" dirty="0"/>
          </a:p>
        </p:txBody>
      </p:sp>
      <p:pic>
        <p:nvPicPr>
          <p:cNvPr id="6" name="Image 0" descr="/tmp/kakuro_ref/KAKURO/Screenshot 2026-06-25 23533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292608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0" y="109728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FF5F5"/>
          </a:solidFill>
          <a:ln w="12700">
            <a:solidFill>
              <a:srgbClr val="CC1E1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11880" y="11887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🏆  Šta sadrži ekran rezultata?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11880" y="157276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Emoij i naslov (Odlično! / Bravo! / Završeno!)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11880" y="181051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Zarađene zvjezdice (1–3) prema vremenu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611880" y="204825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Statistike: ukupno vrijeme, skor, broj hintova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611880" y="22860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Pobjednik (mod 2 igrača) + razlika u vremenu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611880" y="252374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Dugmad: Igraj ponovo  |  Glavni meni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474720" y="288036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DE7"/>
          </a:solidFill>
          <a:ln w="12700">
            <a:solidFill>
              <a:srgbClr val="C9A22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611880" y="29718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5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🗾  Japan fun fakti — 30 nasumičnih zanimljivosti!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611880" y="33649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Nakon svake završene slagalice igrač dobija nasumični fun fact o Japanu. Primjeri: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0" y="37307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Japan se sastoji od preko 14.000 ostrva!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0" y="40050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🚄 Shinkansen kasni u prosjeku manje od sekunde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657600" y="42793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Nintendo, Sony i Sega potiču iz Japana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657600" y="45537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Manga se čita s desna na lijevo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カクロ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Podešavanja zvuka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5669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Kompletna kontrola zvučnog iskustva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188720"/>
            <a:ext cx="7315200" cy="3291840"/>
          </a:xfrm>
          <a:prstGeom prst="roundRect">
            <a:avLst>
              <a:gd name="adj" fmla="val 2778"/>
            </a:avLst>
          </a:prstGeom>
          <a:solidFill>
            <a:srgbClr val="FFFFF8"/>
          </a:solidFill>
          <a:ln w="12700">
            <a:solidFill>
              <a:srgbClr val="C9A22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3258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🔊  Opcije zvuka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182880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FEF9EC"/>
          </a:solidFill>
          <a:ln w="12700">
            <a:solidFill>
              <a:srgbClr val="E8D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8836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🎵  Zvučni efekti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Uključi/isključi klik zvukove, zvuk tačnog/pogrešnog unosa i fanfaru završetka.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246620" y="2093091"/>
            <a:ext cx="502920" cy="274320"/>
          </a:xfrm>
          <a:prstGeom prst="roundRect">
            <a:avLst>
              <a:gd name="adj" fmla="val 33333"/>
            </a:avLst>
          </a:prstGeom>
          <a:solidFill>
            <a:srgbClr val="CC1E1E"/>
          </a:solidFill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188720" y="269748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FEF9EC"/>
          </a:solidFill>
          <a:ln w="12700">
            <a:solidFill>
              <a:srgbClr val="E8D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7523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🎶  Muzika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306324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Pozadinska muzika tokom igre. Toggle dugme (ON/OFF).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46620" y="2889504"/>
            <a:ext cx="502920" cy="274320"/>
          </a:xfrm>
          <a:prstGeom prst="roundRect">
            <a:avLst>
              <a:gd name="adj" fmla="val 33333"/>
            </a:avLst>
          </a:prstGeom>
          <a:solidFill>
            <a:srgbClr val="CC1E1E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356616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FEF9EC"/>
          </a:solidFill>
          <a:ln w="12700">
            <a:solidFill>
              <a:srgbClr val="E8D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6210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🔈  Jačina zvuka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93192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Klizač (0–100%) za podešavanje glasnoće svih zvukova zajedno.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4400" y="4617720"/>
            <a:ext cx="7315200" cy="411480"/>
          </a:xfrm>
          <a:prstGeom prst="roundRect">
            <a:avLst>
              <a:gd name="adj" fmla="val 22222"/>
            </a:avLst>
          </a:prstGeom>
          <a:solidFill>
            <a:srgbClr val="FFF0F0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97280" y="4663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Podešavanja se čuvaju tokom sesije. Dugme Nazad vraća na glavni meni.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A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05"/>
          </a:solidFill>
          <a:ln w="12700">
            <a:solidFill>
              <a:srgbClr val="1A0A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カクロ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Tehničke karakteristike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5669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Šta je ispod haube — tehnologija i dizajn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2A1208"/>
          </a:solidFill>
          <a:ln w="12700">
            <a:solidFill>
              <a:srgbClr val="C9A22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  Tehnologija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Čisti HTML5 + CSS3 + JavaScript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eksternih frameworka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HTML datoteka – radi offline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 za zvučne efekte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2A1208"/>
          </a:solidFill>
          <a:ln w="12700">
            <a:solidFill>
              <a:srgbClr val="C9A22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🎨  Dizajn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Japanska estetika: crvena, krem, zlatna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 Sans JP japanski fontovi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efekt dugmadi (box-shadow)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za sve ekrane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2A1208"/>
          </a:solidFill>
          <a:ln w="12700">
            <a:solidFill>
              <a:srgbClr val="C9A22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🧩  Slagalice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47472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unaprijed dizajniranih slagalica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Matematički verificirane Python skriptom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 nivou (laki, srednji, teški)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odabir svaki put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301752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2A1208"/>
          </a:solidFill>
          <a:ln w="12700">
            <a:solidFill>
              <a:srgbClr val="C9A22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 Performanse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47472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učitavanje (&lt;50ms)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mrežnih zahtjeva tokom igre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navigacija (strelice)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Validacija unosa u realnom vremenu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0A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C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カクロ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KAKURO – Kompletan pregled funkcionalnosti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7830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2A1208"/>
          </a:solidFill>
          <a:ln w="12700">
            <a:solidFill>
              <a:srgbClr val="CC1E1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87452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🏠  Glavni meni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224028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Igraj · Zvuk · Kako igrati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7830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2A1208"/>
          </a:solidFill>
          <a:ln w="12700">
            <a:solidFill>
              <a:srgbClr val="CC1E1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187452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🎮  2 Moda igre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10128" y="224028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ili Head-to-Head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7830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2A1208"/>
          </a:solidFill>
          <a:ln w="12700">
            <a:solidFill>
              <a:srgbClr val="CC1E1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44768" y="187452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 3 Nivoa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44768" y="224028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Laki · Srednji · Teški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2A1208"/>
          </a:solidFill>
          <a:ln w="12700">
            <a:solidFill>
              <a:srgbClr val="CC1E1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31089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⭐  Bodovanje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347472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zvjezdice minus hintovi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301752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2A1208"/>
          </a:solidFill>
          <a:ln w="12700">
            <a:solidFill>
              <a:srgbClr val="CC1E1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10128" y="31089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 Hint &amp; Rješenje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10128" y="347472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Strateška pomoć uz cijenu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301752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2A1208"/>
          </a:solidFill>
          <a:ln w="12700">
            <a:solidFill>
              <a:srgbClr val="CC1E1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44768" y="31089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🗾  30 Fun fakta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44768" y="347472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Zanimljivosti o Japanu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0" y="4297680"/>
            <a:ext cx="640080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「論理と忍耐の日本の伝統を称えよ」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Pocasti japansku tradiciju logike i strpljenja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1618</Words>
  <Application>Microsoft Office PowerPoint</Application>
  <PresentationFormat>On-screen Show (16:9)</PresentationFormat>
  <Paragraphs>232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Kakuro – Japanska digitalna ukrstenica</dc:title>
  <dc:subject>PptxGenJS Presentation</dc:subject>
  <dc:creator>Kakuro App</dc:creator>
  <cp:lastModifiedBy>matija loncar</cp:lastModifiedBy>
  <cp:revision>2</cp:revision>
  <dcterms:created xsi:type="dcterms:W3CDTF">2026-06-26T07:29:55Z</dcterms:created>
  <dcterms:modified xsi:type="dcterms:W3CDTF">2026-06-26T07:38:09Z</dcterms:modified>
</cp:coreProperties>
</file>